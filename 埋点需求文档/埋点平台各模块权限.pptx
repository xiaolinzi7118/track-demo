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63" r:id="rId2"/>
    <p:sldId id="276" r:id="rId3"/>
    <p:sldId id="278" r:id="rId4"/>
    <p:sldId id="279" r:id="rId5"/>
    <p:sldId id="277" r:id="rId6"/>
    <p:sldId id="280" r:id="rId7"/>
    <p:sldId id="281" r:id="rId8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9C09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等深淺樣式 3 - 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0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84DD9D-B08B-4675-805C-899BE24768B3}" type="doc">
      <dgm:prSet loTypeId="urn:microsoft.com/office/officeart/2005/8/layout/radial3" loCatId="cycle" qsTypeId="urn:microsoft.com/office/officeart/2005/8/quickstyle/3d3" qsCatId="3D" csTypeId="urn:microsoft.com/office/officeart/2005/8/colors/colorful2" csCatId="colorful" phldr="1"/>
      <dgm:spPr/>
      <dgm:t>
        <a:bodyPr/>
        <a:lstStyle/>
        <a:p>
          <a:endParaRPr lang="zh-HK" altLang="en-US"/>
        </a:p>
      </dgm:t>
    </dgm:pt>
    <dgm:pt modelId="{8DBC54A1-8769-4F1A-959E-D96E0BB9837F}">
      <dgm:prSet phldrT="[文字]" custT="1"/>
      <dgm:spPr/>
      <dgm:t>
        <a:bodyPr/>
        <a:lstStyle/>
        <a:p>
          <a:r>
            <a:rPr lang="zh-CN" altLang="en-US" sz="20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埋点管理平台</a:t>
          </a:r>
          <a:endParaRPr lang="zh-HK" altLang="en-US" sz="20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B887548A-6EDA-498E-BC28-4B6F964A6909}" type="parTrans" cxnId="{EF6C1D88-8C20-48C9-9AD7-03DB92A14967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09A7C88D-1197-475F-95D5-0AC38285F552}" type="sibTrans" cxnId="{EF6C1D88-8C20-48C9-9AD7-03DB92A14967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94C5F2E3-76E6-492A-BB3C-054F7641B835}">
      <dgm:prSet phldrT="[文字]" custT="1"/>
      <dgm:spPr/>
      <dgm:t>
        <a:bodyPr/>
        <a:lstStyle/>
        <a:p>
          <a:pPr algn="ctr"/>
          <a:r>
            <a:rPr lang="zh-CN" altLang="en-US" sz="12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方案管理</a:t>
          </a:r>
          <a:endParaRPr lang="zh-HK" altLang="en-US" sz="12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96C7DF4D-3EE7-420F-9A22-103D5B919F6E}" type="parTrans" cxnId="{68705782-EBFA-4038-9464-6DCB8E92B518}">
      <dgm:prSet custT="1"/>
      <dgm:spPr/>
      <dgm:t>
        <a:bodyPr/>
        <a:lstStyle/>
        <a:p>
          <a:endParaRPr lang="zh-HK" altLang="en-US" sz="14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64385602-8E20-41F0-9EE5-14C4CFF05AA8}" type="sibTrans" cxnId="{68705782-EBFA-4038-9464-6DCB8E92B518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ECFB6A78-0013-4BA7-9DE4-E90A8A9A7E3E}">
      <dgm:prSet phldrT="[文字]" custT="1"/>
      <dgm:spPr/>
      <dgm:t>
        <a:bodyPr/>
        <a:lstStyle/>
        <a:p>
          <a:pPr algn="ctr"/>
          <a:r>
            <a:rPr lang="zh-CN" altLang="en-US" sz="12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事件管理</a:t>
          </a:r>
          <a:endParaRPr lang="zh-HK" altLang="en-US" sz="12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521F3823-B75C-4CDA-B188-6C195EE153F4}" type="parTrans" cxnId="{20FDF7CB-B0D8-4490-9B8B-83DE68A73C87}">
      <dgm:prSet custT="1"/>
      <dgm:spPr/>
      <dgm:t>
        <a:bodyPr/>
        <a:lstStyle/>
        <a:p>
          <a:endParaRPr lang="zh-HK" altLang="en-US" sz="14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5981C69-50F6-414D-A2E1-62C28E66EE40}" type="sibTrans" cxnId="{20FDF7CB-B0D8-4490-9B8B-83DE68A73C87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2751846-6D3E-4C52-86D3-6D894A4FE1EA}">
      <dgm:prSet phldrT="[文字]" custT="1"/>
      <dgm:spPr/>
      <dgm:t>
        <a:bodyPr/>
        <a:lstStyle/>
        <a:p>
          <a:pPr algn="ctr"/>
          <a:r>
            <a:rPr lang="zh-CN" altLang="en-US" sz="12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属性管理</a:t>
          </a:r>
          <a:endParaRPr lang="zh-HK" altLang="en-US" sz="12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F49C09A4-92D5-45CA-B362-CA01AC748680}" type="parTrans" cxnId="{32C3A789-9460-43A3-A1D9-ADA331CFFCAC}">
      <dgm:prSet custT="1"/>
      <dgm:spPr/>
      <dgm:t>
        <a:bodyPr/>
        <a:lstStyle/>
        <a:p>
          <a:endParaRPr lang="zh-HK" altLang="en-US" sz="14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EEA57266-2CC2-4620-85C1-1ADE10A56F3E}" type="sibTrans" cxnId="{32C3A789-9460-43A3-A1D9-ADA331CFFCAC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A6FF17E6-F4CF-493A-B60E-830FFB9B323F}">
      <dgm:prSet phldrT="[文字]" custT="1"/>
      <dgm:spPr/>
      <dgm:t>
        <a:bodyPr/>
        <a:lstStyle/>
        <a:p>
          <a:pPr algn="ctr"/>
          <a:r>
            <a:rPr lang="zh-CN" altLang="en-US" sz="12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代码模板管理</a:t>
          </a:r>
          <a:endParaRPr lang="zh-HK" altLang="en-US" sz="12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A530447B-7B28-4200-91CC-949824389364}" type="parTrans" cxnId="{FC808D2B-EE2F-4F86-8838-74197115BA25}">
      <dgm:prSet custT="1"/>
      <dgm:spPr/>
      <dgm:t>
        <a:bodyPr/>
        <a:lstStyle/>
        <a:p>
          <a:endParaRPr lang="zh-HK" altLang="en-US" sz="14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03D7E179-4214-4294-86F5-15AFF3E9F7C9}" type="sibTrans" cxnId="{FC808D2B-EE2F-4F86-8838-74197115BA25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5FDDB7E-0E2E-4F45-BF80-F8D45E75E850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需求提交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30E435EE-B805-4438-899F-EBFB2D624909}" type="parTrans" cxnId="{5CE1761B-1B01-45EE-B55F-64D468149DCA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494535F9-2D0D-4C4B-9228-D309CB0C9872}" type="sibTrans" cxnId="{5CE1761B-1B01-45EE-B55F-64D468149DCA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27E8ACED-5269-4CC4-BED9-0D2A98F0A11F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需求审核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09FD50FE-82FA-400A-B0F9-78F00C507B35}" type="parTrans" cxnId="{6880839A-74B3-496D-A8AB-2805450A2625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DCA5A2B7-FF04-4F98-88E7-21CBFBAA71EB}" type="sibTrans" cxnId="{6880839A-74B3-496D-A8AB-2805450A2625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89CFD503-ABEB-4556-81C7-DB2E266DE431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上线状态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98897EDC-25E4-4CAE-B291-2AA2802CFDEB}" type="parTrans" cxnId="{AA4D1980-E4A4-464F-8CCD-2C8FF01BB4DF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2701C3B-51C9-4F8C-97E6-2B76B39C5344}" type="sibTrans" cxnId="{AA4D1980-E4A4-464F-8CCD-2C8FF01BB4DF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25BFA7AC-3DA5-4940-BCCB-7D661FB8FA29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事件编码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36A03107-E022-486F-87B3-169E06BF4781}" type="parTrans" cxnId="{D3BAE4E2-A545-4DF5-A143-19305903106D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510CAF5B-ED43-4B20-89A3-35BDB5F2FFBC}" type="sibTrans" cxnId="{D3BAE4E2-A545-4DF5-A143-19305903106D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F1E1FFBE-3483-48C5-AFEC-5F5E9D69030B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事件名称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C531CECE-FEDB-4721-BD6A-A39B6920D718}" type="parTrans" cxnId="{A06F4CFC-A714-4198-A16C-BED44F07EADE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D958EC57-645C-4845-B648-B260D565319A}" type="sibTrans" cxnId="{A06F4CFC-A714-4198-A16C-BED44F07EADE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44A6D4E9-36E2-4BA5-827D-5080DA930868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事件类型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3B2471A9-A68F-49D5-BC87-5930D9E85A0C}" type="parTrans" cxnId="{E214FEF1-D214-4376-94B5-9185C1233382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E5B4EA42-8ED7-476B-BA23-C8E1AF698D4E}" type="sibTrans" cxnId="{E214FEF1-D214-4376-94B5-9185C1233382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247AC5C-8663-497F-9931-9192CE940A38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对应属性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5BD96062-FB7E-4BF2-B9E7-CE12BC6FE309}" type="parTrans" cxnId="{368CFD6C-C34F-4676-87DA-2EABF4687203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B03B582-36C8-43CA-B00B-1A26B4E59F88}" type="sibTrans" cxnId="{368CFD6C-C34F-4676-87DA-2EABF4687203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0C268A2A-B97C-4360-B4FE-B47F71F31C88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归属页面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F39B0707-2265-42A7-8367-8273344D7A8F}" type="parTrans" cxnId="{43012CEA-1E32-4D45-B9D4-769DBC48F4C6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FFF8DC60-D148-494F-BD1C-EC51347BB850}" type="sibTrans" cxnId="{43012CEA-1E32-4D45-B9D4-769DBC48F4C6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47BD9F55-AD5C-4E31-A6F1-862BECBA9113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属性</a:t>
          </a:r>
          <a:r>
            <a:rPr lang="en-US" altLang="zh-CN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key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2D2D09D6-C09F-41B9-9C51-7C8A73790B96}" type="parTrans" cxnId="{C6B6DC43-B8A9-42AB-9C00-00A573C66052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785CC217-2128-476F-AD80-5B9D198B3DED}" type="sibTrans" cxnId="{C6B6DC43-B8A9-42AB-9C00-00A573C66052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63AB9E6B-A51B-4F3F-833E-16881B0F3E37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属性名称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6C9CA658-5235-4B97-A964-2004EA339250}" type="parTrans" cxnId="{E5093D01-E14D-4B51-ABA8-8BD47F32CA36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C2D7273-6741-42D3-A3E5-2B017065FDA8}" type="sibTrans" cxnId="{E5093D01-E14D-4B51-ABA8-8BD47F32CA36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CE61340D-59B3-4D46-8337-AB3D9F146024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属性类型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38BC95B1-9BEC-4771-8D68-EEBFB4ABBA64}" type="parTrans" cxnId="{F213D0F2-03C5-47EE-873C-E5B27D4BD7A5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FDAEB433-D277-4151-BC73-96065312D28D}" type="sibTrans" cxnId="{F213D0F2-03C5-47EE-873C-E5B27D4BD7A5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EC4BE7F2-EE70-440C-A4EF-12B7203A7AB8}">
      <dgm:prSet phldrT="[文字]" custT="1"/>
      <dgm:spPr/>
      <dgm:t>
        <a:bodyPr/>
        <a:lstStyle/>
        <a:p>
          <a:pPr algn="ctr"/>
          <a:r>
            <a:rPr lang="en-US" altLang="zh-CN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iOS PX </a:t>
          </a:r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系列模板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8436CBE7-00F8-4A10-B0D1-B8663621B511}" type="parTrans" cxnId="{85D1A0FD-D585-405B-B63C-4AA0EED5B6BD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310EEA0B-863D-4B24-B308-1E1CECB489A6}" type="sibTrans" cxnId="{85D1A0FD-D585-405B-B63C-4AA0EED5B6BD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866368BB-9631-4F08-A989-6CEAC7194AD5}">
      <dgm:prSet phldrT="[文字]" custT="1"/>
      <dgm:spPr/>
      <dgm:t>
        <a:bodyPr/>
        <a:lstStyle/>
        <a:p>
          <a:pPr algn="ctr"/>
          <a:r>
            <a:rPr lang="en-US" altLang="zh-CN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iOS P </a:t>
          </a:r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系列模板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7A001F6F-A2E6-4F61-B7FB-23D2E5607D32}" type="parTrans" cxnId="{635FCB86-DC7C-42A2-9F70-1BE6D1324044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848484F5-CA6F-4255-B70E-7A80FE7E4762}" type="sibTrans" cxnId="{635FCB86-DC7C-42A2-9F70-1BE6D1324044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96B038B4-259B-4018-AD2D-0EE5CB2FC0B5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对应代码模板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EE26A1ED-F878-4A0E-BD8F-ADD9EAC437E2}" type="parTrans" cxnId="{1E19CCCA-757F-4588-B17F-7100B5067134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53B8E0B4-8695-4636-8A56-B964F515CD67}" type="sibTrans" cxnId="{1E19CCCA-757F-4588-B17F-7100B5067134}">
      <dgm:prSet/>
      <dgm:spPr/>
      <dgm:t>
        <a:bodyPr/>
        <a:lstStyle/>
        <a:p>
          <a:endParaRPr lang="zh-HK" altLang="en-US" sz="1800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70A9966F-63B8-43C1-BA40-F6B98F7C7E9B}">
      <dgm:prSet phldrT="[文字]" custT="1"/>
      <dgm:spPr/>
      <dgm:t>
        <a:bodyPr/>
        <a:lstStyle/>
        <a:p>
          <a:pPr algn="ctr"/>
          <a:r>
            <a:rPr lang="en-US" altLang="zh-CN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Android PX </a:t>
          </a:r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系列模板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94A3EBF7-2FA3-4351-A0A2-D0239875EEEB}" type="parTrans" cxnId="{4AEB6D8B-E3DC-4C66-8F8C-858C86E2F5FB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D1E1D86E-F968-4A75-BDB6-49BC5278E7F1}" type="sibTrans" cxnId="{4AEB6D8B-E3DC-4C66-8F8C-858C86E2F5FB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6D3F28D5-17F5-4272-8459-C0597571FCD3}">
      <dgm:prSet phldrT="[文字]" custT="1"/>
      <dgm:spPr/>
      <dgm:t>
        <a:bodyPr/>
        <a:lstStyle/>
        <a:p>
          <a:pPr algn="ctr"/>
          <a:r>
            <a:rPr lang="en-US" altLang="zh-CN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Android P </a:t>
          </a:r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系列模板</a:t>
          </a:r>
          <a:endParaRPr lang="zh-HK" altLang="en-US" sz="3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955433E-5074-4162-901E-9DEC3946B3CE}" type="parTrans" cxnId="{5056B537-7FF6-4714-BE3E-258D0FF1E07D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01F03124-60CB-45C7-9665-1790293C1BB6}" type="sibTrans" cxnId="{5056B537-7FF6-4714-BE3E-258D0FF1E07D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EDF974AE-F331-43B6-96B6-70B005E2BA25}">
      <dgm:prSet phldrT="[文字]" custT="1"/>
      <dgm:spPr/>
      <dgm:t>
        <a:bodyPr/>
        <a:lstStyle/>
        <a:p>
          <a:pPr algn="ctr"/>
          <a:r>
            <a:rPr lang="en-US" altLang="zh-CN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Web/H5 </a:t>
          </a:r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模板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E356423D-6E93-4999-9D25-EA99534C8682}" type="parTrans" cxnId="{A7BDC0BD-BA25-4B42-BC2A-C3A9AA1D5B78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73489FBC-E0AD-4A7B-95CF-C2AE44FDD17D}" type="sibTrans" cxnId="{A7BDC0BD-BA25-4B42-BC2A-C3A9AA1D5B78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954102DA-940C-4B04-917E-2BE70767F126}">
      <dgm:prSet phldrT="[文字]" custT="1"/>
      <dgm:spPr/>
      <dgm:t>
        <a:bodyPr/>
        <a:lstStyle/>
        <a:p>
          <a:pPr algn="ctr"/>
          <a:r>
            <a:rPr lang="en-US" altLang="zh-CN" sz="12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SPM</a:t>
          </a:r>
          <a:r>
            <a:rPr lang="zh-CN" altLang="en-US" sz="12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管理</a:t>
          </a:r>
          <a:endParaRPr lang="zh-HK" altLang="en-US" sz="105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9E3D0121-E0C3-416C-8839-83BC6FFE2662}" type="parTrans" cxnId="{36D8E57B-130A-4C41-AF33-91AC98654A94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47793C09-C105-49E6-82C7-495861E08E44}" type="sibTrans" cxnId="{36D8E57B-130A-4C41-AF33-91AC98654A94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3B2997F9-F42A-49CE-B5FE-406FB94E2E88}">
      <dgm:prSet phldrT="[文字]" custT="1"/>
      <dgm:spPr/>
      <dgm:t>
        <a:bodyPr/>
        <a:lstStyle/>
        <a:p>
          <a:pPr algn="ctr"/>
          <a:r>
            <a:rPr lang="en-US" altLang="zh-CN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A</a:t>
          </a:r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：站点类型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CD4E7024-AFD7-4B7F-B71D-49699D4D8FA5}" type="parTrans" cxnId="{39556DD8-101A-48AD-8AB1-3757D53BA35B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6D790FED-3938-45A2-AE7E-3EE691C42B4B}" type="sibTrans" cxnId="{39556DD8-101A-48AD-8AB1-3757D53BA35B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6BD98B9-8B78-4070-B744-5CFB1390B024}">
      <dgm:prSet phldrT="[文字]" custT="1"/>
      <dgm:spPr/>
      <dgm:t>
        <a:bodyPr/>
        <a:lstStyle/>
        <a:p>
          <a:pPr algn="ctr"/>
          <a:r>
            <a:rPr lang="en-US" altLang="zh-CN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B</a:t>
          </a:r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：功能模块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27120D1F-4454-4C1C-9F0A-9F4E65848B76}" type="parTrans" cxnId="{F3A4A132-2B11-428F-9EC6-6909E1E0BB22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67F8B581-0E31-4C06-8943-39621D8BF719}" type="sibTrans" cxnId="{F3A4A132-2B11-428F-9EC6-6909E1E0BB22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9FE16A5C-B1B5-4357-B308-A7D60DED2900}">
      <dgm:prSet phldrT="[文字]" custT="1"/>
      <dgm:spPr/>
      <dgm:t>
        <a:bodyPr/>
        <a:lstStyle/>
        <a:p>
          <a:pPr algn="ctr"/>
          <a:r>
            <a:rPr lang="en-US" altLang="zh-CN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C</a:t>
          </a:r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：页面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A7C8EE78-F6E2-4450-9239-FB77350DDCFA}" type="parTrans" cxnId="{3B166A36-89D4-4B3B-9093-EF171F382E23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53986E2-CBFB-453D-91E9-EA5C257A253C}" type="sibTrans" cxnId="{3B166A36-89D4-4B3B-9093-EF171F382E23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1E112A0-97EA-42BD-9F16-D63834632F78}">
      <dgm:prSet phldrT="[文字]" custT="1"/>
      <dgm:spPr/>
      <dgm:t>
        <a:bodyPr/>
        <a:lstStyle/>
        <a:p>
          <a:pPr algn="ctr"/>
          <a:r>
            <a:rPr lang="en-US" altLang="zh-CN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D</a:t>
          </a:r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：组件</a:t>
          </a:r>
          <a:r>
            <a:rPr lang="en-US" altLang="zh-CN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/</a:t>
          </a:r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坑位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F17E5B6A-1ED3-410D-8DCE-BC765CDA69BB}" type="parTrans" cxnId="{D04A0C78-D05B-4844-8AC3-9D0D58FC6104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07C5932A-47B6-42E3-9B52-2213DD6B3E48}" type="sibTrans" cxnId="{D04A0C78-D05B-4844-8AC3-9D0D58FC6104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54D5E2D1-8AEE-4EB9-BA83-6FE3AA3E2DEA}">
      <dgm:prSet phldrT="[文字]" custT="1"/>
      <dgm:spPr/>
      <dgm:t>
        <a:bodyPr/>
        <a:lstStyle/>
        <a:p>
          <a:pPr algn="ctr"/>
          <a:r>
            <a:rPr lang="zh-CN" altLang="en-US" sz="12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角色及权限管理（</a:t>
          </a:r>
          <a:r>
            <a:rPr lang="en-US" altLang="zh-CN" sz="12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OA</a:t>
          </a:r>
          <a:r>
            <a:rPr lang="zh-CN" altLang="en-US" sz="12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账号）</a:t>
          </a:r>
          <a:endParaRPr lang="zh-HK" altLang="en-US" sz="105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D1C4732B-A960-4D4E-8AAC-38EA9238AE2A}" type="parTrans" cxnId="{352324FB-88D3-4EEC-9D28-80957E2414FB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895CDB06-1092-400A-B784-F30B72B0BF25}" type="sibTrans" cxnId="{352324FB-88D3-4EEC-9D28-80957E2414FB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5BF315ED-2DAF-4BBF-A997-B590D6E1D81F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数据团队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7BA49298-2214-4E21-BB2B-5C0BD4AD90BC}" type="parTrans" cxnId="{D4233F4D-3A71-4FCF-90EF-F953A0E3DC61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AB5CE10A-5ED8-4CA0-88E3-BAF2FD6A8DD9}" type="sibTrans" cxnId="{D4233F4D-3A71-4FCF-90EF-F953A0E3DC61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5A457B9C-DC28-44E6-A673-887B5E5BEC37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业务人员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2D4345F-5390-41C2-A3C1-31390226339B}" type="parTrans" cxnId="{0C2F8C38-E054-4686-A1B6-1A79E4A9A61C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A43D490A-3C60-4502-9A2F-5172C68BEDB5}" type="sibTrans" cxnId="{0C2F8C38-E054-4686-A1B6-1A79E4A9A61C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463A289B-E0D1-4D96-A9E7-3A32699B1D16}">
      <dgm:prSet phldrT="[文字]" custT="1"/>
      <dgm:spPr/>
      <dgm:t>
        <a:bodyPr/>
        <a:lstStyle/>
        <a:p>
          <a:pPr algn="ctr"/>
          <a:r>
            <a:rPr lang="zh-CN" altLang="en-US" sz="900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开发人员</a:t>
          </a:r>
          <a:endParaRPr lang="zh-HK" altLang="en-US" sz="900" b="1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55618597-00C5-44FF-B11B-C2A490A2F4BF}" type="parTrans" cxnId="{700E00CE-7733-4E55-A77C-3D29DC9BB244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FFAF6547-D279-4015-8148-4DF28D1360F9}" type="sibTrans" cxnId="{700E00CE-7733-4E55-A77C-3D29DC9BB244}">
      <dgm:prSet/>
      <dgm:spPr/>
      <dgm:t>
        <a:bodyPr/>
        <a:lstStyle/>
        <a:p>
          <a:endParaRPr lang="zh-HK" altLang="en-US" b="1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gm:t>
    </dgm:pt>
    <dgm:pt modelId="{1C044BE2-2B9B-42A6-AA31-4AC979DC5F8F}" type="pres">
      <dgm:prSet presAssocID="{0684DD9D-B08B-4675-805C-899BE24768B3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zh-HK" altLang="en-US"/>
        </a:p>
      </dgm:t>
    </dgm:pt>
    <dgm:pt modelId="{513D4B96-A2D5-483C-AFD8-D92252B30B5F}" type="pres">
      <dgm:prSet presAssocID="{0684DD9D-B08B-4675-805C-899BE24768B3}" presName="radial" presStyleCnt="0">
        <dgm:presLayoutVars>
          <dgm:animLvl val="ctr"/>
        </dgm:presLayoutVars>
      </dgm:prSet>
      <dgm:spPr/>
    </dgm:pt>
    <dgm:pt modelId="{E8F66197-3553-4F40-B36B-823822271873}" type="pres">
      <dgm:prSet presAssocID="{8DBC54A1-8769-4F1A-959E-D96E0BB9837F}" presName="centerShape" presStyleLbl="vennNode1" presStyleIdx="0" presStyleCnt="7" custScaleX="85642" custScaleY="85642"/>
      <dgm:spPr/>
      <dgm:t>
        <a:bodyPr/>
        <a:lstStyle/>
        <a:p>
          <a:endParaRPr lang="zh-HK" altLang="en-US"/>
        </a:p>
      </dgm:t>
    </dgm:pt>
    <dgm:pt modelId="{B1CB2103-4E58-46C6-B8BA-DA415D8C8498}" type="pres">
      <dgm:prSet presAssocID="{94C5F2E3-76E6-492A-BB3C-054F7641B835}" presName="node" presStyleLbl="vennNode1" presStyleIdx="1" presStyleCnt="7" custScaleX="122010" custScaleY="119664">
        <dgm:presLayoutVars>
          <dgm:bulletEnabled val="1"/>
        </dgm:presLayoutVars>
      </dgm:prSet>
      <dgm:spPr/>
      <dgm:t>
        <a:bodyPr/>
        <a:lstStyle/>
        <a:p>
          <a:endParaRPr lang="zh-HK" altLang="en-US"/>
        </a:p>
      </dgm:t>
    </dgm:pt>
    <dgm:pt modelId="{68745E9C-7273-4255-A4A9-7973488B37F9}" type="pres">
      <dgm:prSet presAssocID="{ECFB6A78-0013-4BA7-9DE4-E90A8A9A7E3E}" presName="node" presStyleLbl="vennNode1" presStyleIdx="2" presStyleCnt="7" custScaleX="122010" custScaleY="119664">
        <dgm:presLayoutVars>
          <dgm:bulletEnabled val="1"/>
        </dgm:presLayoutVars>
      </dgm:prSet>
      <dgm:spPr/>
      <dgm:t>
        <a:bodyPr/>
        <a:lstStyle/>
        <a:p>
          <a:endParaRPr lang="zh-HK" altLang="en-US"/>
        </a:p>
      </dgm:t>
    </dgm:pt>
    <dgm:pt modelId="{2A0F8703-B930-4765-89A6-F6879C233256}" type="pres">
      <dgm:prSet presAssocID="{12751846-6D3E-4C52-86D3-6D894A4FE1EA}" presName="node" presStyleLbl="vennNode1" presStyleIdx="3" presStyleCnt="7" custScaleX="122010" custScaleY="119664">
        <dgm:presLayoutVars>
          <dgm:bulletEnabled val="1"/>
        </dgm:presLayoutVars>
      </dgm:prSet>
      <dgm:spPr/>
      <dgm:t>
        <a:bodyPr/>
        <a:lstStyle/>
        <a:p>
          <a:endParaRPr lang="zh-HK" altLang="en-US"/>
        </a:p>
      </dgm:t>
    </dgm:pt>
    <dgm:pt modelId="{C20E751E-6AB3-499F-B4FD-440F2FEA6FD8}" type="pres">
      <dgm:prSet presAssocID="{A6FF17E6-F4CF-493A-B60E-830FFB9B323F}" presName="node" presStyleLbl="vennNode1" presStyleIdx="4" presStyleCnt="7" custScaleX="122010" custScaleY="119664">
        <dgm:presLayoutVars>
          <dgm:bulletEnabled val="1"/>
        </dgm:presLayoutVars>
      </dgm:prSet>
      <dgm:spPr/>
      <dgm:t>
        <a:bodyPr/>
        <a:lstStyle/>
        <a:p>
          <a:endParaRPr lang="zh-HK" altLang="en-US"/>
        </a:p>
      </dgm:t>
    </dgm:pt>
    <dgm:pt modelId="{CF658E40-124E-43D7-88D8-0E71F227DB72}" type="pres">
      <dgm:prSet presAssocID="{954102DA-940C-4B04-917E-2BE70767F126}" presName="node" presStyleLbl="vennNode1" presStyleIdx="5" presStyleCnt="7" custScaleX="122010" custScaleY="119664">
        <dgm:presLayoutVars>
          <dgm:bulletEnabled val="1"/>
        </dgm:presLayoutVars>
      </dgm:prSet>
      <dgm:spPr/>
      <dgm:t>
        <a:bodyPr/>
        <a:lstStyle/>
        <a:p>
          <a:endParaRPr lang="zh-HK" altLang="en-US"/>
        </a:p>
      </dgm:t>
    </dgm:pt>
    <dgm:pt modelId="{F56A36B8-B398-46E8-8459-F6102CE25951}" type="pres">
      <dgm:prSet presAssocID="{54D5E2D1-8AEE-4EB9-BA83-6FE3AA3E2DEA}" presName="node" presStyleLbl="vennNode1" presStyleIdx="6" presStyleCnt="7" custScaleX="122010" custScaleY="119664">
        <dgm:presLayoutVars>
          <dgm:bulletEnabled val="1"/>
        </dgm:presLayoutVars>
      </dgm:prSet>
      <dgm:spPr/>
      <dgm:t>
        <a:bodyPr/>
        <a:lstStyle/>
        <a:p>
          <a:endParaRPr lang="zh-HK" altLang="en-US"/>
        </a:p>
      </dgm:t>
    </dgm:pt>
  </dgm:ptLst>
  <dgm:cxnLst>
    <dgm:cxn modelId="{D4233F4D-3A71-4FCF-90EF-F953A0E3DC61}" srcId="{54D5E2D1-8AEE-4EB9-BA83-6FE3AA3E2DEA}" destId="{5BF315ED-2DAF-4BBF-A997-B590D6E1D81F}" srcOrd="0" destOrd="0" parTransId="{7BA49298-2214-4E21-BB2B-5C0BD4AD90BC}" sibTransId="{AB5CE10A-5ED8-4CA0-88E3-BAF2FD6A8DD9}"/>
    <dgm:cxn modelId="{5381A253-5BE1-4809-B4A7-A9AF5710CC43}" type="presOf" srcId="{0C268A2A-B97C-4360-B4FE-B47F71F31C88}" destId="{68745E9C-7273-4255-A4A9-7973488B37F9}" srcOrd="0" destOrd="6" presId="urn:microsoft.com/office/officeart/2005/8/layout/radial3"/>
    <dgm:cxn modelId="{85D1A0FD-D585-405B-B63C-4AA0EED5B6BD}" srcId="{A6FF17E6-F4CF-493A-B60E-830FFB9B323F}" destId="{EC4BE7F2-EE70-440C-A4EF-12B7203A7AB8}" srcOrd="0" destOrd="0" parTransId="{8436CBE7-00F8-4A10-B0D1-B8663621B511}" sibTransId="{310EEA0B-863D-4B24-B308-1E1CECB489A6}"/>
    <dgm:cxn modelId="{342C7D50-CABB-4CA8-AEDF-9CE5D7960289}" type="presOf" srcId="{1247AC5C-8663-497F-9931-9192CE940A38}" destId="{68745E9C-7273-4255-A4A9-7973488B37F9}" srcOrd="0" destOrd="4" presId="urn:microsoft.com/office/officeart/2005/8/layout/radial3"/>
    <dgm:cxn modelId="{5AA98FC2-8B15-4164-A814-22CDBB5B2B72}" type="presOf" srcId="{8DBC54A1-8769-4F1A-959E-D96E0BB9837F}" destId="{E8F66197-3553-4F40-B36B-823822271873}" srcOrd="0" destOrd="0" presId="urn:microsoft.com/office/officeart/2005/8/layout/radial3"/>
    <dgm:cxn modelId="{212693A8-C337-4C08-86DF-542DC204B829}" type="presOf" srcId="{5A457B9C-DC28-44E6-A673-887B5E5BEC37}" destId="{F56A36B8-B398-46E8-8459-F6102CE25951}" srcOrd="0" destOrd="2" presId="urn:microsoft.com/office/officeart/2005/8/layout/radial3"/>
    <dgm:cxn modelId="{842DECFF-EEBB-4257-814F-84F2AC60B00A}" type="presOf" srcId="{866368BB-9631-4F08-A989-6CEAC7194AD5}" destId="{C20E751E-6AB3-499F-B4FD-440F2FEA6FD8}" srcOrd="0" destOrd="2" presId="urn:microsoft.com/office/officeart/2005/8/layout/radial3"/>
    <dgm:cxn modelId="{6880839A-74B3-496D-A8AB-2805450A2625}" srcId="{94C5F2E3-76E6-492A-BB3C-054F7641B835}" destId="{27E8ACED-5269-4CC4-BED9-0D2A98F0A11F}" srcOrd="1" destOrd="0" parTransId="{09FD50FE-82FA-400A-B0F9-78F00C507B35}" sibTransId="{DCA5A2B7-FF04-4F98-88E7-21CBFBAA71EB}"/>
    <dgm:cxn modelId="{3B166A36-89D4-4B3B-9093-EF171F382E23}" srcId="{954102DA-940C-4B04-917E-2BE70767F126}" destId="{9FE16A5C-B1B5-4357-B308-A7D60DED2900}" srcOrd="2" destOrd="0" parTransId="{A7C8EE78-F6E2-4450-9239-FB77350DDCFA}" sibTransId="{153986E2-CBFB-453D-91E9-EA5C257A253C}"/>
    <dgm:cxn modelId="{0255AEF1-07C5-4DDF-B862-45188010D6ED}" type="presOf" srcId="{9FE16A5C-B1B5-4357-B308-A7D60DED2900}" destId="{CF658E40-124E-43D7-88D8-0E71F227DB72}" srcOrd="0" destOrd="3" presId="urn:microsoft.com/office/officeart/2005/8/layout/radial3"/>
    <dgm:cxn modelId="{1E19CCCA-757F-4588-B17F-7100B5067134}" srcId="{ECFB6A78-0013-4BA7-9DE4-E90A8A9A7E3E}" destId="{96B038B4-259B-4018-AD2D-0EE5CB2FC0B5}" srcOrd="4" destOrd="0" parTransId="{EE26A1ED-F878-4A0E-BD8F-ADD9EAC437E2}" sibTransId="{53B8E0B4-8695-4636-8A56-B964F515CD67}"/>
    <dgm:cxn modelId="{3D2F52D9-F536-41E3-8515-F1C7F1BAAF4B}" type="presOf" srcId="{A6FF17E6-F4CF-493A-B60E-830FFB9B323F}" destId="{C20E751E-6AB3-499F-B4FD-440F2FEA6FD8}" srcOrd="0" destOrd="0" presId="urn:microsoft.com/office/officeart/2005/8/layout/radial3"/>
    <dgm:cxn modelId="{0C2F8C38-E054-4686-A1B6-1A79E4A9A61C}" srcId="{54D5E2D1-8AEE-4EB9-BA83-6FE3AA3E2DEA}" destId="{5A457B9C-DC28-44E6-A673-887B5E5BEC37}" srcOrd="1" destOrd="0" parTransId="{12D4345F-5390-41C2-A3C1-31390226339B}" sibTransId="{A43D490A-3C60-4502-9A2F-5172C68BEDB5}"/>
    <dgm:cxn modelId="{352324FB-88D3-4EEC-9D28-80957E2414FB}" srcId="{8DBC54A1-8769-4F1A-959E-D96E0BB9837F}" destId="{54D5E2D1-8AEE-4EB9-BA83-6FE3AA3E2DEA}" srcOrd="5" destOrd="0" parTransId="{D1C4732B-A960-4D4E-8AAC-38EA9238AE2A}" sibTransId="{895CDB06-1092-400A-B784-F30B72B0BF25}"/>
    <dgm:cxn modelId="{4AEB6D8B-E3DC-4C66-8F8C-858C86E2F5FB}" srcId="{A6FF17E6-F4CF-493A-B60E-830FFB9B323F}" destId="{70A9966F-63B8-43C1-BA40-F6B98F7C7E9B}" srcOrd="2" destOrd="0" parTransId="{94A3EBF7-2FA3-4351-A0A2-D0239875EEEB}" sibTransId="{D1E1D86E-F968-4A75-BDB6-49BC5278E7F1}"/>
    <dgm:cxn modelId="{A4E691EB-E256-4F7C-8234-93FEDCA5327B}" type="presOf" srcId="{96B038B4-259B-4018-AD2D-0EE5CB2FC0B5}" destId="{68745E9C-7273-4255-A4A9-7973488B37F9}" srcOrd="0" destOrd="5" presId="urn:microsoft.com/office/officeart/2005/8/layout/radial3"/>
    <dgm:cxn modelId="{EF6C1D88-8C20-48C9-9AD7-03DB92A14967}" srcId="{0684DD9D-B08B-4675-805C-899BE24768B3}" destId="{8DBC54A1-8769-4F1A-959E-D96E0BB9837F}" srcOrd="0" destOrd="0" parTransId="{B887548A-6EDA-498E-BC28-4B6F964A6909}" sibTransId="{09A7C88D-1197-475F-95D5-0AC38285F552}"/>
    <dgm:cxn modelId="{C6B6DC43-B8A9-42AB-9C00-00A573C66052}" srcId="{12751846-6D3E-4C52-86D3-6D894A4FE1EA}" destId="{47BD9F55-AD5C-4E31-A6F1-862BECBA9113}" srcOrd="0" destOrd="0" parTransId="{2D2D09D6-C09F-41B9-9C51-7C8A73790B96}" sibTransId="{785CC217-2128-476F-AD80-5B9D198B3DED}"/>
    <dgm:cxn modelId="{39556DD8-101A-48AD-8AB1-3757D53BA35B}" srcId="{954102DA-940C-4B04-917E-2BE70767F126}" destId="{3B2997F9-F42A-49CE-B5FE-406FB94E2E88}" srcOrd="0" destOrd="0" parTransId="{CD4E7024-AFD7-4B7F-B71D-49699D4D8FA5}" sibTransId="{6D790FED-3938-45A2-AE7E-3EE691C42B4B}"/>
    <dgm:cxn modelId="{9370C891-4775-40CD-AAE6-9AE9341C63F8}" type="presOf" srcId="{94C5F2E3-76E6-492A-BB3C-054F7641B835}" destId="{B1CB2103-4E58-46C6-B8BA-DA415D8C8498}" srcOrd="0" destOrd="0" presId="urn:microsoft.com/office/officeart/2005/8/layout/radial3"/>
    <dgm:cxn modelId="{F3A4A132-2B11-428F-9EC6-6909E1E0BB22}" srcId="{954102DA-940C-4B04-917E-2BE70767F126}" destId="{16BD98B9-8B78-4070-B744-5CFB1390B024}" srcOrd="1" destOrd="0" parTransId="{27120D1F-4454-4C1C-9F0A-9F4E65848B76}" sibTransId="{67F8B581-0E31-4C06-8943-39621D8BF719}"/>
    <dgm:cxn modelId="{DB77619B-0540-4616-A983-BF3B192A5B22}" type="presOf" srcId="{12751846-6D3E-4C52-86D3-6D894A4FE1EA}" destId="{2A0F8703-B930-4765-89A6-F6879C233256}" srcOrd="0" destOrd="0" presId="urn:microsoft.com/office/officeart/2005/8/layout/radial3"/>
    <dgm:cxn modelId="{F34332AB-55C7-44EB-B170-3AF49ADAFE44}" type="presOf" srcId="{11E112A0-97EA-42BD-9F16-D63834632F78}" destId="{CF658E40-124E-43D7-88D8-0E71F227DB72}" srcOrd="0" destOrd="4" presId="urn:microsoft.com/office/officeart/2005/8/layout/radial3"/>
    <dgm:cxn modelId="{700E00CE-7733-4E55-A77C-3D29DC9BB244}" srcId="{54D5E2D1-8AEE-4EB9-BA83-6FE3AA3E2DEA}" destId="{463A289B-E0D1-4D96-A9E7-3A32699B1D16}" srcOrd="2" destOrd="0" parTransId="{55618597-00C5-44FF-B11B-C2A490A2F4BF}" sibTransId="{FFAF6547-D279-4015-8148-4DF28D1360F9}"/>
    <dgm:cxn modelId="{5B637458-4199-4312-9A0A-8A2A7B33BB62}" type="presOf" srcId="{15FDDB7E-0E2E-4F45-BF80-F8D45E75E850}" destId="{B1CB2103-4E58-46C6-B8BA-DA415D8C8498}" srcOrd="0" destOrd="1" presId="urn:microsoft.com/office/officeart/2005/8/layout/radial3"/>
    <dgm:cxn modelId="{20FDF7CB-B0D8-4490-9B8B-83DE68A73C87}" srcId="{8DBC54A1-8769-4F1A-959E-D96E0BB9837F}" destId="{ECFB6A78-0013-4BA7-9DE4-E90A8A9A7E3E}" srcOrd="1" destOrd="0" parTransId="{521F3823-B75C-4CDA-B188-6C195EE153F4}" sibTransId="{15981C69-50F6-414D-A2E1-62C28E66EE40}"/>
    <dgm:cxn modelId="{095C6689-D382-484F-A395-B45D7492B029}" type="presOf" srcId="{16BD98B9-8B78-4070-B744-5CFB1390B024}" destId="{CF658E40-124E-43D7-88D8-0E71F227DB72}" srcOrd="0" destOrd="2" presId="urn:microsoft.com/office/officeart/2005/8/layout/radial3"/>
    <dgm:cxn modelId="{AA4D1980-E4A4-464F-8CCD-2C8FF01BB4DF}" srcId="{94C5F2E3-76E6-492A-BB3C-054F7641B835}" destId="{89CFD503-ABEB-4556-81C7-DB2E266DE431}" srcOrd="2" destOrd="0" parTransId="{98897EDC-25E4-4CAE-B291-2AA2802CFDEB}" sibTransId="{12701C3B-51C9-4F8C-97E6-2B76B39C5344}"/>
    <dgm:cxn modelId="{A2308EB2-E05D-46AB-84D1-9E3E5D82F2A1}" type="presOf" srcId="{44A6D4E9-36E2-4BA5-827D-5080DA930868}" destId="{68745E9C-7273-4255-A4A9-7973488B37F9}" srcOrd="0" destOrd="3" presId="urn:microsoft.com/office/officeart/2005/8/layout/radial3"/>
    <dgm:cxn modelId="{62A8713F-7568-4C9D-91BB-FAFD61C60D63}" type="presOf" srcId="{F1E1FFBE-3483-48C5-AFEC-5F5E9D69030B}" destId="{68745E9C-7273-4255-A4A9-7973488B37F9}" srcOrd="0" destOrd="2" presId="urn:microsoft.com/office/officeart/2005/8/layout/radial3"/>
    <dgm:cxn modelId="{5056B537-7FF6-4714-BE3E-258D0FF1E07D}" srcId="{A6FF17E6-F4CF-493A-B60E-830FFB9B323F}" destId="{6D3F28D5-17F5-4272-8459-C0597571FCD3}" srcOrd="3" destOrd="0" parTransId="{1955433E-5074-4162-901E-9DEC3946B3CE}" sibTransId="{01F03124-60CB-45C7-9665-1790293C1BB6}"/>
    <dgm:cxn modelId="{32C3A789-9460-43A3-A1D9-ADA331CFFCAC}" srcId="{8DBC54A1-8769-4F1A-959E-D96E0BB9837F}" destId="{12751846-6D3E-4C52-86D3-6D894A4FE1EA}" srcOrd="2" destOrd="0" parTransId="{F49C09A4-92D5-45CA-B362-CA01AC748680}" sibTransId="{EEA57266-2CC2-4620-85C1-1ADE10A56F3E}"/>
    <dgm:cxn modelId="{43012CEA-1E32-4D45-B9D4-769DBC48F4C6}" srcId="{ECFB6A78-0013-4BA7-9DE4-E90A8A9A7E3E}" destId="{0C268A2A-B97C-4360-B4FE-B47F71F31C88}" srcOrd="5" destOrd="0" parTransId="{F39B0707-2265-42A7-8367-8273344D7A8F}" sibTransId="{FFF8DC60-D148-494F-BD1C-EC51347BB850}"/>
    <dgm:cxn modelId="{A06F4CFC-A714-4198-A16C-BED44F07EADE}" srcId="{ECFB6A78-0013-4BA7-9DE4-E90A8A9A7E3E}" destId="{F1E1FFBE-3483-48C5-AFEC-5F5E9D69030B}" srcOrd="1" destOrd="0" parTransId="{C531CECE-FEDB-4721-BD6A-A39B6920D718}" sibTransId="{D958EC57-645C-4845-B648-B260D565319A}"/>
    <dgm:cxn modelId="{635FCB86-DC7C-42A2-9F70-1BE6D1324044}" srcId="{A6FF17E6-F4CF-493A-B60E-830FFB9B323F}" destId="{866368BB-9631-4F08-A989-6CEAC7194AD5}" srcOrd="1" destOrd="0" parTransId="{7A001F6F-A2E6-4F61-B7FB-23D2E5607D32}" sibTransId="{848484F5-CA6F-4255-B70E-7A80FE7E4762}"/>
    <dgm:cxn modelId="{11691AA4-7E4E-4016-81AB-71D19DB838F1}" type="presOf" srcId="{54D5E2D1-8AEE-4EB9-BA83-6FE3AA3E2DEA}" destId="{F56A36B8-B398-46E8-8459-F6102CE25951}" srcOrd="0" destOrd="0" presId="urn:microsoft.com/office/officeart/2005/8/layout/radial3"/>
    <dgm:cxn modelId="{A7BDC0BD-BA25-4B42-BC2A-C3A9AA1D5B78}" srcId="{A6FF17E6-F4CF-493A-B60E-830FFB9B323F}" destId="{EDF974AE-F331-43B6-96B6-70B005E2BA25}" srcOrd="4" destOrd="0" parTransId="{E356423D-6E93-4999-9D25-EA99534C8682}" sibTransId="{73489FBC-E0AD-4A7B-95CF-C2AE44FDD17D}"/>
    <dgm:cxn modelId="{FB525D9D-CCEC-49F0-A0CD-6AA332141B84}" type="presOf" srcId="{0684DD9D-B08B-4675-805C-899BE24768B3}" destId="{1C044BE2-2B9B-42A6-AA31-4AC979DC5F8F}" srcOrd="0" destOrd="0" presId="urn:microsoft.com/office/officeart/2005/8/layout/radial3"/>
    <dgm:cxn modelId="{14F125B2-8A95-41AF-9E7A-A24BF3C55C0A}" type="presOf" srcId="{ECFB6A78-0013-4BA7-9DE4-E90A8A9A7E3E}" destId="{68745E9C-7273-4255-A4A9-7973488B37F9}" srcOrd="0" destOrd="0" presId="urn:microsoft.com/office/officeart/2005/8/layout/radial3"/>
    <dgm:cxn modelId="{EB330948-5284-4637-A8E6-0010561E90D7}" type="presOf" srcId="{89CFD503-ABEB-4556-81C7-DB2E266DE431}" destId="{B1CB2103-4E58-46C6-B8BA-DA415D8C8498}" srcOrd="0" destOrd="3" presId="urn:microsoft.com/office/officeart/2005/8/layout/radial3"/>
    <dgm:cxn modelId="{FC808D2B-EE2F-4F86-8838-74197115BA25}" srcId="{8DBC54A1-8769-4F1A-959E-D96E0BB9837F}" destId="{A6FF17E6-F4CF-493A-B60E-830FFB9B323F}" srcOrd="3" destOrd="0" parTransId="{A530447B-7B28-4200-91CC-949824389364}" sibTransId="{03D7E179-4214-4294-86F5-15AFF3E9F7C9}"/>
    <dgm:cxn modelId="{C84ED602-2F9E-422E-BF75-846DA4EFC655}" type="presOf" srcId="{25BFA7AC-3DA5-4940-BCCB-7D661FB8FA29}" destId="{68745E9C-7273-4255-A4A9-7973488B37F9}" srcOrd="0" destOrd="1" presId="urn:microsoft.com/office/officeart/2005/8/layout/radial3"/>
    <dgm:cxn modelId="{D6125573-4D83-441C-A7A5-B8B2AE645D5F}" type="presOf" srcId="{EDF974AE-F331-43B6-96B6-70B005E2BA25}" destId="{C20E751E-6AB3-499F-B4FD-440F2FEA6FD8}" srcOrd="0" destOrd="5" presId="urn:microsoft.com/office/officeart/2005/8/layout/radial3"/>
    <dgm:cxn modelId="{E4ED644A-6D6B-46CB-A3A3-9DE2CE34C1AB}" type="presOf" srcId="{954102DA-940C-4B04-917E-2BE70767F126}" destId="{CF658E40-124E-43D7-88D8-0E71F227DB72}" srcOrd="0" destOrd="0" presId="urn:microsoft.com/office/officeart/2005/8/layout/radial3"/>
    <dgm:cxn modelId="{F213D0F2-03C5-47EE-873C-E5B27D4BD7A5}" srcId="{12751846-6D3E-4C52-86D3-6D894A4FE1EA}" destId="{CE61340D-59B3-4D46-8337-AB3D9F146024}" srcOrd="2" destOrd="0" parTransId="{38BC95B1-9BEC-4771-8D68-EEBFB4ABBA64}" sibTransId="{FDAEB433-D277-4151-BC73-96065312D28D}"/>
    <dgm:cxn modelId="{E5093D01-E14D-4B51-ABA8-8BD47F32CA36}" srcId="{12751846-6D3E-4C52-86D3-6D894A4FE1EA}" destId="{63AB9E6B-A51B-4F3F-833E-16881B0F3E37}" srcOrd="1" destOrd="0" parTransId="{6C9CA658-5235-4B97-A964-2004EA339250}" sibTransId="{1C2D7273-6741-42D3-A3E5-2B017065FDA8}"/>
    <dgm:cxn modelId="{D04A0C78-D05B-4844-8AC3-9D0D58FC6104}" srcId="{954102DA-940C-4B04-917E-2BE70767F126}" destId="{11E112A0-97EA-42BD-9F16-D63834632F78}" srcOrd="3" destOrd="0" parTransId="{F17E5B6A-1ED3-410D-8DCE-BC765CDA69BB}" sibTransId="{07C5932A-47B6-42E3-9B52-2213DD6B3E48}"/>
    <dgm:cxn modelId="{BA9D39C0-C910-4E92-BD58-64762918D097}" type="presOf" srcId="{463A289B-E0D1-4D96-A9E7-3A32699B1D16}" destId="{F56A36B8-B398-46E8-8459-F6102CE25951}" srcOrd="0" destOrd="3" presId="urn:microsoft.com/office/officeart/2005/8/layout/radial3"/>
    <dgm:cxn modelId="{9FCB8A83-ACB6-488D-9A29-0AD803B7BD9C}" type="presOf" srcId="{70A9966F-63B8-43C1-BA40-F6B98F7C7E9B}" destId="{C20E751E-6AB3-499F-B4FD-440F2FEA6FD8}" srcOrd="0" destOrd="3" presId="urn:microsoft.com/office/officeart/2005/8/layout/radial3"/>
    <dgm:cxn modelId="{038F6F40-B943-46DA-87EE-B0343638F530}" type="presOf" srcId="{EC4BE7F2-EE70-440C-A4EF-12B7203A7AB8}" destId="{C20E751E-6AB3-499F-B4FD-440F2FEA6FD8}" srcOrd="0" destOrd="1" presId="urn:microsoft.com/office/officeart/2005/8/layout/radial3"/>
    <dgm:cxn modelId="{368CFD6C-C34F-4676-87DA-2EABF4687203}" srcId="{ECFB6A78-0013-4BA7-9DE4-E90A8A9A7E3E}" destId="{1247AC5C-8663-497F-9931-9192CE940A38}" srcOrd="3" destOrd="0" parTransId="{5BD96062-FB7E-4BF2-B9E7-CE12BC6FE309}" sibTransId="{1B03B582-36C8-43CA-B00B-1A26B4E59F88}"/>
    <dgm:cxn modelId="{56280751-B16B-4DDB-BF0A-AFCCA7B3D0A4}" type="presOf" srcId="{47BD9F55-AD5C-4E31-A6F1-862BECBA9113}" destId="{2A0F8703-B930-4765-89A6-F6879C233256}" srcOrd="0" destOrd="1" presId="urn:microsoft.com/office/officeart/2005/8/layout/radial3"/>
    <dgm:cxn modelId="{68705782-EBFA-4038-9464-6DCB8E92B518}" srcId="{8DBC54A1-8769-4F1A-959E-D96E0BB9837F}" destId="{94C5F2E3-76E6-492A-BB3C-054F7641B835}" srcOrd="0" destOrd="0" parTransId="{96C7DF4D-3EE7-420F-9A22-103D5B919F6E}" sibTransId="{64385602-8E20-41F0-9EE5-14C4CFF05AA8}"/>
    <dgm:cxn modelId="{04EDAFE6-63F4-4617-9F45-EFD4B33C09ED}" type="presOf" srcId="{CE61340D-59B3-4D46-8337-AB3D9F146024}" destId="{2A0F8703-B930-4765-89A6-F6879C233256}" srcOrd="0" destOrd="3" presId="urn:microsoft.com/office/officeart/2005/8/layout/radial3"/>
    <dgm:cxn modelId="{E214FEF1-D214-4376-94B5-9185C1233382}" srcId="{ECFB6A78-0013-4BA7-9DE4-E90A8A9A7E3E}" destId="{44A6D4E9-36E2-4BA5-827D-5080DA930868}" srcOrd="2" destOrd="0" parTransId="{3B2471A9-A68F-49D5-BC87-5930D9E85A0C}" sibTransId="{E5B4EA42-8ED7-476B-BA23-C8E1AF698D4E}"/>
    <dgm:cxn modelId="{99CB3688-F1C2-4FC3-8ADC-593767176000}" type="presOf" srcId="{6D3F28D5-17F5-4272-8459-C0597571FCD3}" destId="{C20E751E-6AB3-499F-B4FD-440F2FEA6FD8}" srcOrd="0" destOrd="4" presId="urn:microsoft.com/office/officeart/2005/8/layout/radial3"/>
    <dgm:cxn modelId="{D3BAE4E2-A545-4DF5-A143-19305903106D}" srcId="{ECFB6A78-0013-4BA7-9DE4-E90A8A9A7E3E}" destId="{25BFA7AC-3DA5-4940-BCCB-7D661FB8FA29}" srcOrd="0" destOrd="0" parTransId="{36A03107-E022-486F-87B3-169E06BF4781}" sibTransId="{510CAF5B-ED43-4B20-89A3-35BDB5F2FFBC}"/>
    <dgm:cxn modelId="{36D8E57B-130A-4C41-AF33-91AC98654A94}" srcId="{8DBC54A1-8769-4F1A-959E-D96E0BB9837F}" destId="{954102DA-940C-4B04-917E-2BE70767F126}" srcOrd="4" destOrd="0" parTransId="{9E3D0121-E0C3-416C-8839-83BC6FFE2662}" sibTransId="{47793C09-C105-49E6-82C7-495861E08E44}"/>
    <dgm:cxn modelId="{CB9A9366-1F89-4A30-8AD1-391E4DB8C35F}" type="presOf" srcId="{63AB9E6B-A51B-4F3F-833E-16881B0F3E37}" destId="{2A0F8703-B930-4765-89A6-F6879C233256}" srcOrd="0" destOrd="2" presId="urn:microsoft.com/office/officeart/2005/8/layout/radial3"/>
    <dgm:cxn modelId="{5CE1761B-1B01-45EE-B55F-64D468149DCA}" srcId="{94C5F2E3-76E6-492A-BB3C-054F7641B835}" destId="{15FDDB7E-0E2E-4F45-BF80-F8D45E75E850}" srcOrd="0" destOrd="0" parTransId="{30E435EE-B805-4438-899F-EBFB2D624909}" sibTransId="{494535F9-2D0D-4C4B-9228-D309CB0C9872}"/>
    <dgm:cxn modelId="{F92A6A50-621B-4787-B643-F85F43183DD9}" type="presOf" srcId="{3B2997F9-F42A-49CE-B5FE-406FB94E2E88}" destId="{CF658E40-124E-43D7-88D8-0E71F227DB72}" srcOrd="0" destOrd="1" presId="urn:microsoft.com/office/officeart/2005/8/layout/radial3"/>
    <dgm:cxn modelId="{62641175-8A38-46ED-B7FB-C5933EC2F51D}" type="presOf" srcId="{5BF315ED-2DAF-4BBF-A997-B590D6E1D81F}" destId="{F56A36B8-B398-46E8-8459-F6102CE25951}" srcOrd="0" destOrd="1" presId="urn:microsoft.com/office/officeart/2005/8/layout/radial3"/>
    <dgm:cxn modelId="{BF840FA7-891C-42EC-B977-B06AD2B3B7E2}" type="presOf" srcId="{27E8ACED-5269-4CC4-BED9-0D2A98F0A11F}" destId="{B1CB2103-4E58-46C6-B8BA-DA415D8C8498}" srcOrd="0" destOrd="2" presId="urn:microsoft.com/office/officeart/2005/8/layout/radial3"/>
    <dgm:cxn modelId="{672EE69A-1963-4FF9-B34D-286A248BB1E3}" type="presParOf" srcId="{1C044BE2-2B9B-42A6-AA31-4AC979DC5F8F}" destId="{513D4B96-A2D5-483C-AFD8-D92252B30B5F}" srcOrd="0" destOrd="0" presId="urn:microsoft.com/office/officeart/2005/8/layout/radial3"/>
    <dgm:cxn modelId="{76FA9362-3B65-44E4-98AF-8A87C416B760}" type="presParOf" srcId="{513D4B96-A2D5-483C-AFD8-D92252B30B5F}" destId="{E8F66197-3553-4F40-B36B-823822271873}" srcOrd="0" destOrd="0" presId="urn:microsoft.com/office/officeart/2005/8/layout/radial3"/>
    <dgm:cxn modelId="{44E6C7E1-78D1-4317-A177-79F0C4EB2503}" type="presParOf" srcId="{513D4B96-A2D5-483C-AFD8-D92252B30B5F}" destId="{B1CB2103-4E58-46C6-B8BA-DA415D8C8498}" srcOrd="1" destOrd="0" presId="urn:microsoft.com/office/officeart/2005/8/layout/radial3"/>
    <dgm:cxn modelId="{FC0842ED-80A8-4D82-8E66-675F6F80FEE0}" type="presParOf" srcId="{513D4B96-A2D5-483C-AFD8-D92252B30B5F}" destId="{68745E9C-7273-4255-A4A9-7973488B37F9}" srcOrd="2" destOrd="0" presId="urn:microsoft.com/office/officeart/2005/8/layout/radial3"/>
    <dgm:cxn modelId="{981625AF-E2AF-40F8-B68A-7728D8757D0F}" type="presParOf" srcId="{513D4B96-A2D5-483C-AFD8-D92252B30B5F}" destId="{2A0F8703-B930-4765-89A6-F6879C233256}" srcOrd="3" destOrd="0" presId="urn:microsoft.com/office/officeart/2005/8/layout/radial3"/>
    <dgm:cxn modelId="{95299573-D26A-4DF7-998F-1581A612643D}" type="presParOf" srcId="{513D4B96-A2D5-483C-AFD8-D92252B30B5F}" destId="{C20E751E-6AB3-499F-B4FD-440F2FEA6FD8}" srcOrd="4" destOrd="0" presId="urn:microsoft.com/office/officeart/2005/8/layout/radial3"/>
    <dgm:cxn modelId="{38EBEB38-45EB-4153-905E-1D2F23517C00}" type="presParOf" srcId="{513D4B96-A2D5-483C-AFD8-D92252B30B5F}" destId="{CF658E40-124E-43D7-88D8-0E71F227DB72}" srcOrd="5" destOrd="0" presId="urn:microsoft.com/office/officeart/2005/8/layout/radial3"/>
    <dgm:cxn modelId="{2DB10751-BAC4-4D42-925C-45861305F53D}" type="presParOf" srcId="{513D4B96-A2D5-483C-AFD8-D92252B30B5F}" destId="{F56A36B8-B398-46E8-8459-F6102CE25951}" srcOrd="6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66197-3553-4F40-B36B-823822271873}">
      <dsp:nvSpPr>
        <dsp:cNvPr id="0" name=""/>
        <dsp:cNvSpPr/>
      </dsp:nvSpPr>
      <dsp:spPr>
        <a:xfrm>
          <a:off x="2142598" y="1430454"/>
          <a:ext cx="2588914" cy="2588914"/>
        </a:xfrm>
        <a:prstGeom prst="ellipse">
          <a:avLst/>
        </a:prstGeom>
        <a:solidFill>
          <a:schemeClr val="accent2">
            <a:alpha val="5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埋点管理平台</a:t>
          </a:r>
          <a:endParaRPr lang="zh-HK" altLang="en-US" sz="20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sp:txBody>
      <dsp:txXfrm>
        <a:off x="2521736" y="1809592"/>
        <a:ext cx="1830638" cy="1830638"/>
      </dsp:txXfrm>
    </dsp:sp>
    <dsp:sp modelId="{B1CB2103-4E58-46C6-B8BA-DA415D8C8498}">
      <dsp:nvSpPr>
        <dsp:cNvPr id="0" name=""/>
        <dsp:cNvSpPr/>
      </dsp:nvSpPr>
      <dsp:spPr>
        <a:xfrm>
          <a:off x="2514980" y="-148068"/>
          <a:ext cx="1844150" cy="1808690"/>
        </a:xfrm>
        <a:prstGeom prst="ellipse">
          <a:avLst/>
        </a:prstGeom>
        <a:solidFill>
          <a:schemeClr val="accent2">
            <a:alpha val="50000"/>
            <a:hueOff val="-242561"/>
            <a:satOff val="-13988"/>
            <a:lumOff val="143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方案管理</a:t>
          </a:r>
          <a:endParaRPr lang="zh-HK" altLang="en-US" sz="12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需求提交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需求审核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上线状态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sp:txBody>
      <dsp:txXfrm>
        <a:off x="2785050" y="116809"/>
        <a:ext cx="1304010" cy="1278936"/>
      </dsp:txXfrm>
    </dsp:sp>
    <dsp:sp modelId="{68745E9C-7273-4255-A4A9-7973488B37F9}">
      <dsp:nvSpPr>
        <dsp:cNvPr id="0" name=""/>
        <dsp:cNvSpPr/>
      </dsp:nvSpPr>
      <dsp:spPr>
        <a:xfrm>
          <a:off x="4219868" y="836248"/>
          <a:ext cx="1844150" cy="1808690"/>
        </a:xfrm>
        <a:prstGeom prst="ellipse">
          <a:avLst/>
        </a:prstGeom>
        <a:solidFill>
          <a:schemeClr val="accent2">
            <a:alpha val="50000"/>
            <a:hueOff val="-485121"/>
            <a:satOff val="-27976"/>
            <a:lumOff val="287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事件管理</a:t>
          </a:r>
          <a:endParaRPr lang="zh-HK" altLang="en-US" sz="12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事件编码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事件名称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事件类型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对应属性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对应代码模板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归属页面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sp:txBody>
      <dsp:txXfrm>
        <a:off x="4489938" y="1101125"/>
        <a:ext cx="1304010" cy="1278936"/>
      </dsp:txXfrm>
    </dsp:sp>
    <dsp:sp modelId="{2A0F8703-B930-4765-89A6-F6879C233256}">
      <dsp:nvSpPr>
        <dsp:cNvPr id="0" name=""/>
        <dsp:cNvSpPr/>
      </dsp:nvSpPr>
      <dsp:spPr>
        <a:xfrm>
          <a:off x="4219868" y="2804884"/>
          <a:ext cx="1844150" cy="1808690"/>
        </a:xfrm>
        <a:prstGeom prst="ellipse">
          <a:avLst/>
        </a:prstGeom>
        <a:solidFill>
          <a:schemeClr val="accent2">
            <a:alpha val="50000"/>
            <a:hueOff val="-727682"/>
            <a:satOff val="-41964"/>
            <a:lumOff val="431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属性管理</a:t>
          </a:r>
          <a:endParaRPr lang="zh-HK" altLang="en-US" sz="12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属性</a:t>
          </a:r>
          <a:r>
            <a:rPr lang="en-US" altLang="zh-CN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key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属性名称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属性类型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sp:txBody>
      <dsp:txXfrm>
        <a:off x="4489938" y="3069761"/>
        <a:ext cx="1304010" cy="1278936"/>
      </dsp:txXfrm>
    </dsp:sp>
    <dsp:sp modelId="{C20E751E-6AB3-499F-B4FD-440F2FEA6FD8}">
      <dsp:nvSpPr>
        <dsp:cNvPr id="0" name=""/>
        <dsp:cNvSpPr/>
      </dsp:nvSpPr>
      <dsp:spPr>
        <a:xfrm>
          <a:off x="2514980" y="3789201"/>
          <a:ext cx="1844150" cy="1808690"/>
        </a:xfrm>
        <a:prstGeom prst="ellipse">
          <a:avLst/>
        </a:prstGeom>
        <a:solidFill>
          <a:schemeClr val="accent2">
            <a:alpha val="50000"/>
            <a:hueOff val="-970242"/>
            <a:satOff val="-55952"/>
            <a:lumOff val="575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代码模板管理</a:t>
          </a:r>
          <a:endParaRPr lang="zh-HK" altLang="en-US" sz="12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iOS PX </a:t>
          </a: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系列模板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iOS P </a:t>
          </a: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系列模板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Android PX </a:t>
          </a: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系列模板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Android P </a:t>
          </a: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系列模板</a:t>
          </a:r>
          <a:endParaRPr lang="zh-HK" altLang="en-US" sz="3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Web/H5 </a:t>
          </a: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模板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sp:txBody>
      <dsp:txXfrm>
        <a:off x="2785050" y="4054078"/>
        <a:ext cx="1304010" cy="1278936"/>
      </dsp:txXfrm>
    </dsp:sp>
    <dsp:sp modelId="{CF658E40-124E-43D7-88D8-0E71F227DB72}">
      <dsp:nvSpPr>
        <dsp:cNvPr id="0" name=""/>
        <dsp:cNvSpPr/>
      </dsp:nvSpPr>
      <dsp:spPr>
        <a:xfrm>
          <a:off x="810092" y="2804884"/>
          <a:ext cx="1844150" cy="1808690"/>
        </a:xfrm>
        <a:prstGeom prst="ellipse">
          <a:avLst/>
        </a:prstGeom>
        <a:solidFill>
          <a:schemeClr val="accent2">
            <a:alpha val="50000"/>
            <a:hueOff val="-1212803"/>
            <a:satOff val="-69940"/>
            <a:lumOff val="719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2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SPM</a:t>
          </a:r>
          <a:r>
            <a:rPr lang="zh-CN" altLang="en-US" sz="12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管理</a:t>
          </a:r>
          <a:endParaRPr lang="zh-HK" altLang="en-US" sz="105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A</a:t>
          </a: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：站点类型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B</a:t>
          </a: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：功能模块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C</a:t>
          </a: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：页面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zh-CN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D</a:t>
          </a: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：组件</a:t>
          </a:r>
          <a:r>
            <a:rPr lang="en-US" altLang="zh-CN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/</a:t>
          </a: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坑位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sp:txBody>
      <dsp:txXfrm>
        <a:off x="1080162" y="3069761"/>
        <a:ext cx="1304010" cy="1278936"/>
      </dsp:txXfrm>
    </dsp:sp>
    <dsp:sp modelId="{F56A36B8-B398-46E8-8459-F6102CE25951}">
      <dsp:nvSpPr>
        <dsp:cNvPr id="0" name=""/>
        <dsp:cNvSpPr/>
      </dsp:nvSpPr>
      <dsp:spPr>
        <a:xfrm>
          <a:off x="810092" y="836248"/>
          <a:ext cx="1844150" cy="1808690"/>
        </a:xfrm>
        <a:prstGeom prst="ellipse">
          <a:avLst/>
        </a:prstGeom>
        <a:solidFill>
          <a:schemeClr val="accent2">
            <a:alpha val="50000"/>
            <a:hueOff val="-1455363"/>
            <a:satOff val="-83928"/>
            <a:lumOff val="862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2700" prstMaterial="clear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2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角色及权限管理（</a:t>
          </a:r>
          <a:r>
            <a:rPr lang="en-US" altLang="zh-CN" sz="12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OA</a:t>
          </a:r>
          <a:r>
            <a:rPr lang="zh-CN" altLang="en-US" sz="12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账号）</a:t>
          </a:r>
          <a:endParaRPr lang="zh-HK" altLang="en-US" sz="105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数据团队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业务人员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  <a:p>
          <a:pPr marL="57150" lvl="1" indent="-57150" algn="ctr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900" b="1" kern="1200" dirty="0" smtClean="0">
              <a:latin typeface="Microsoft YaHei Light" panose="020B0502040204020203" pitchFamily="34" charset="-122"/>
              <a:ea typeface="Microsoft YaHei Light" panose="020B0502040204020203" pitchFamily="34" charset="-122"/>
            </a:rPr>
            <a:t>开发人员</a:t>
          </a:r>
          <a:endParaRPr lang="zh-HK" altLang="en-US" sz="900" b="1" kern="1200" dirty="0">
            <a:latin typeface="Microsoft YaHei Light" panose="020B0502040204020203" pitchFamily="34" charset="-122"/>
            <a:ea typeface="Microsoft YaHei Light" panose="020B0502040204020203" pitchFamily="34" charset="-122"/>
          </a:endParaRPr>
        </a:p>
      </dsp:txBody>
      <dsp:txXfrm>
        <a:off x="1080162" y="1101125"/>
        <a:ext cx="1304010" cy="12789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7CB14-C7C8-47BE-AC00-05A48A9E86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081D4F-A9F1-4911-A8EA-26307C34754A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7636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3081D4F-A9F1-4911-A8EA-26307C34754A}" type="slidenum">
              <a:rPr lang="zh-HK" altLang="en-US" smtClean="0"/>
              <a:t>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92822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31151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4147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64961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35144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53010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3510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4286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52716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03446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58433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48943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836613"/>
            <a:ext cx="12192000" cy="476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6" tIns="45713" rIns="91426" bIns="45713" anchor="ctr"/>
          <a:lstStyle/>
          <a:p>
            <a:pPr algn="ctr" defTabSz="913765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" name="標題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34B50-1B9E-40BA-82CA-E451C7CA1F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4866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HK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E1047-847B-4702-B384-EFDB493435E3}" type="datetimeFigureOut">
              <a:rPr lang="zh-HK" altLang="en-US" smtClean="0"/>
              <a:t>8/4/2026</a:t>
            </a:fld>
            <a:endParaRPr lang="zh-HK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4AC937-2FF2-441C-B05E-7BFA85F36D1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3871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zhida.zhihu.com/search?content_id=237074368&amp;content_type=Article&amp;match_order=1&amp;q=Super+Position+Model&amp;zhida_source=entity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27017" y="243404"/>
            <a:ext cx="6685234" cy="627017"/>
          </a:xfrm>
        </p:spPr>
        <p:txBody>
          <a:bodyPr wrap="square">
            <a:normAutofit/>
          </a:bodyPr>
          <a:lstStyle/>
          <a:p>
            <a:r>
              <a:rPr lang="zh-CN" altLang="en-US" sz="3600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埋點管理平台模塊構成</a:t>
            </a:r>
            <a:endParaRPr lang="zh-HK" alt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3" name="資料庫圖表 2"/>
          <p:cNvGraphicFramePr/>
          <p:nvPr>
            <p:extLst>
              <p:ext uri="{D42A27DB-BD31-4B8C-83A1-F6EECF244321}">
                <p14:modId xmlns:p14="http://schemas.microsoft.com/office/powerpoint/2010/main" val="1797856204"/>
              </p:ext>
            </p:extLst>
          </p:nvPr>
        </p:nvGraphicFramePr>
        <p:xfrm>
          <a:off x="5098433" y="1143000"/>
          <a:ext cx="6874111" cy="5449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文字方塊 3"/>
          <p:cNvSpPr txBox="1"/>
          <p:nvPr/>
        </p:nvSpPr>
        <p:spPr>
          <a:xfrm>
            <a:off x="627017" y="2667583"/>
            <a:ext cx="436560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HK" sz="24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平台定位</a:t>
            </a:r>
            <a:endParaRPr lang="zh-TW" altLang="zh-HK" sz="24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endParaRPr lang="en-US" altLang="zh-CN" b="1" dirty="0" smtClean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  <a:p>
            <a:r>
              <a:rPr lang="zh-CN" altLang="zh-HK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构</a:t>
            </a:r>
            <a:r>
              <a:rPr lang="zh-CN" altLang="zh-HK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建一个集埋点需求提交、审批、开</a:t>
            </a:r>
            <a:r>
              <a:rPr lang="zh-CN" altLang="zh-HK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发、</a:t>
            </a:r>
            <a:r>
              <a:rPr lang="zh-CN" altLang="zh-HK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上线、归档于一体的统一管理平台</a:t>
            </a:r>
            <a:r>
              <a:rPr lang="zh-CN" altLang="zh-HK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</a:t>
            </a:r>
            <a:r>
              <a:rPr lang="zh-CN" altLang="en-US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同时方便开发人员对埋点事件、属性及代码模板快速查看及复用，</a:t>
            </a:r>
            <a:r>
              <a:rPr lang="zh-CN" altLang="zh-HK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支持多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组织</a:t>
            </a:r>
            <a:r>
              <a:rPr lang="zh-CN" altLang="zh-HK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协</a:t>
            </a:r>
            <a:r>
              <a:rPr lang="zh-CN" altLang="zh-HK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作、权限隔</a:t>
            </a:r>
            <a:r>
              <a:rPr lang="zh-CN" altLang="zh-HK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离</a:t>
            </a:r>
            <a:r>
              <a:rPr lang="zh-CN" altLang="en-US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，以达到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信息</a:t>
            </a:r>
            <a:r>
              <a:rPr lang="zh-CN" altLang="en-US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透明、减</a:t>
            </a:r>
            <a:r>
              <a:rPr lang="zh-CN" altLang="en-US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少沟通</a:t>
            </a:r>
            <a:r>
              <a:rPr lang="zh-CN" altLang="en-US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成本的目的。</a:t>
            </a:r>
            <a:endParaRPr lang="zh-TW" altLang="zh-HK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661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627017" y="243404"/>
            <a:ext cx="6685234" cy="627017"/>
          </a:xfrm>
        </p:spPr>
        <p:txBody>
          <a:bodyPr wrap="square">
            <a:normAutofit/>
          </a:bodyPr>
          <a:lstStyle/>
          <a:p>
            <a:r>
              <a:rPr lang="zh-CN" altLang="en-US" sz="3600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埋點管理平台核心模塊</a:t>
            </a:r>
            <a:endParaRPr lang="zh-HK" alt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圖片 3" descr="C:\Users\hwlb5946\AppData\Local\Temp\7zOC684903D\埋点需求管理平台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37" y="1847263"/>
            <a:ext cx="7040135" cy="39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字方塊 4"/>
          <p:cNvSpPr txBox="1"/>
          <p:nvPr/>
        </p:nvSpPr>
        <p:spPr>
          <a:xfrm>
            <a:off x="772259" y="1158787"/>
            <a:ext cx="6148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Module 0</a:t>
            </a:r>
            <a:r>
              <a:rPr lang="zh-CN" altLang="en-US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：首頁</a:t>
            </a:r>
            <a:r>
              <a:rPr lang="en-US" altLang="zh-CN" sz="2000" b="1" dirty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-</a:t>
            </a:r>
            <a:r>
              <a:rPr lang="zh-CN" altLang="en-US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儀表盤概覽</a:t>
            </a:r>
            <a:endParaRPr lang="zh-TW" altLang="zh-HK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150772"/>
              </p:ext>
            </p:extLst>
          </p:nvPr>
        </p:nvGraphicFramePr>
        <p:xfrm>
          <a:off x="8337140" y="2508693"/>
          <a:ext cx="3572385" cy="26371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190795"/>
                <a:gridCol w="1190795"/>
                <a:gridCol w="1190795"/>
              </a:tblGrid>
              <a:tr h="52742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角色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對應人員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功能權限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首頁儀表盤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數據智能團隊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業務人員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</a:t>
                      </a: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、運營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開發人員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986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627017" y="243404"/>
            <a:ext cx="6685234" cy="627017"/>
          </a:xfrm>
        </p:spPr>
        <p:txBody>
          <a:bodyPr wrap="square">
            <a:normAutofit/>
          </a:bodyPr>
          <a:lstStyle/>
          <a:p>
            <a:r>
              <a:rPr lang="zh-CN" altLang="en-US" sz="3600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埋點管理平台核心模塊</a:t>
            </a:r>
            <a:endParaRPr lang="zh-HK" alt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圖片 5" descr="C:\Users\hwlb5946\AppData\Local\Temp\7zO483ED671\埋点需求流转平台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392" y="1753188"/>
            <a:ext cx="4992105" cy="280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文字方塊 10"/>
          <p:cNvSpPr txBox="1"/>
          <p:nvPr/>
        </p:nvSpPr>
        <p:spPr>
          <a:xfrm>
            <a:off x="772259" y="1158787"/>
            <a:ext cx="6148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Module 1</a:t>
            </a:r>
            <a:r>
              <a:rPr lang="zh-CN" altLang="en-US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：方案管理</a:t>
            </a:r>
            <a:endParaRPr lang="zh-TW" altLang="zh-HK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6753122"/>
              </p:ext>
            </p:extLst>
          </p:nvPr>
        </p:nvGraphicFramePr>
        <p:xfrm>
          <a:off x="6638930" y="2638750"/>
          <a:ext cx="5200644" cy="26371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866774"/>
                <a:gridCol w="866774"/>
                <a:gridCol w="866774"/>
                <a:gridCol w="866774"/>
                <a:gridCol w="866774"/>
                <a:gridCol w="866774"/>
              </a:tblGrid>
              <a:tr h="52742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角色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對應人員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功能權限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查看方案列表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新建方案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編輯方案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刪除方案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數據智能團隊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業務人員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</a:t>
                      </a: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、運營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僅限本人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僅限本人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開發人員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3" name="圖片 12" descr="C:\Users\hwlb5946\AppData\Local\Temp\7zOCC22D8A1\埋点需求流转平台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04"/>
          <a:stretch/>
        </p:blipFill>
        <p:spPr bwMode="auto">
          <a:xfrm>
            <a:off x="2733941" y="4052570"/>
            <a:ext cx="3536271" cy="25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9281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627017" y="243404"/>
            <a:ext cx="6685234" cy="627017"/>
          </a:xfrm>
        </p:spPr>
        <p:txBody>
          <a:bodyPr wrap="square">
            <a:normAutofit/>
          </a:bodyPr>
          <a:lstStyle/>
          <a:p>
            <a:r>
              <a:rPr lang="zh-CN" altLang="en-US" sz="3600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埋點管理平台核心模塊</a:t>
            </a:r>
            <a:endParaRPr lang="zh-HK" alt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/>
          <a:srcRect b="2844"/>
          <a:stretch/>
        </p:blipFill>
        <p:spPr>
          <a:xfrm>
            <a:off x="627020" y="3002641"/>
            <a:ext cx="4978375" cy="3744000"/>
          </a:xfrm>
          <a:prstGeom prst="rect">
            <a:avLst/>
          </a:prstGeom>
        </p:spPr>
      </p:pic>
      <p:sp>
        <p:nvSpPr>
          <p:cNvPr id="11" name="文字方塊 10"/>
          <p:cNvSpPr txBox="1"/>
          <p:nvPr/>
        </p:nvSpPr>
        <p:spPr>
          <a:xfrm>
            <a:off x="772259" y="1158787"/>
            <a:ext cx="6148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Module 2</a:t>
            </a:r>
            <a:r>
              <a:rPr lang="zh-CN" altLang="en-US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：事件管理</a:t>
            </a:r>
            <a:endParaRPr lang="zh-TW" altLang="zh-HK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3"/>
          <a:srcRect t="9263" b="4197"/>
          <a:stretch/>
        </p:blipFill>
        <p:spPr>
          <a:xfrm>
            <a:off x="627017" y="1756128"/>
            <a:ext cx="5184000" cy="1246513"/>
          </a:xfrm>
          <a:prstGeom prst="rect">
            <a:avLst/>
          </a:prstGeom>
        </p:spPr>
      </p:pic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32632"/>
              </p:ext>
            </p:extLst>
          </p:nvPr>
        </p:nvGraphicFramePr>
        <p:xfrm>
          <a:off x="6273801" y="2788093"/>
          <a:ext cx="5578470" cy="281672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619830"/>
                <a:gridCol w="619830"/>
                <a:gridCol w="619830"/>
                <a:gridCol w="619830"/>
                <a:gridCol w="619830"/>
                <a:gridCol w="619830"/>
                <a:gridCol w="619830"/>
                <a:gridCol w="619830"/>
                <a:gridCol w="619830"/>
              </a:tblGrid>
              <a:tr h="52742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角色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對應人員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功能權限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查看事件列表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新建事件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編輯事件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刪除事件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導出事件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生成事件</a:t>
                      </a:r>
                      <a:r>
                        <a:rPr lang="en-US" altLang="zh-CN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ID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生成埋點代碼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數據智能團隊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業務人員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</a:t>
                      </a: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、運營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僅限本人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僅限本人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開發人員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87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627017" y="243404"/>
            <a:ext cx="6685234" cy="627017"/>
          </a:xfrm>
        </p:spPr>
        <p:txBody>
          <a:bodyPr wrap="square">
            <a:normAutofit/>
          </a:bodyPr>
          <a:lstStyle/>
          <a:p>
            <a:r>
              <a:rPr lang="zh-CN" altLang="en-US" sz="3600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埋點管理平台核心模塊</a:t>
            </a:r>
            <a:endParaRPr lang="zh-HK" alt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259" y="1691442"/>
            <a:ext cx="7776000" cy="972000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58" y="3050962"/>
            <a:ext cx="2752933" cy="2268000"/>
          </a:xfrm>
          <a:prstGeom prst="rect">
            <a:avLst/>
          </a:prstGeom>
        </p:spPr>
      </p:pic>
      <p:sp>
        <p:nvSpPr>
          <p:cNvPr id="15" name="文字方塊 14"/>
          <p:cNvSpPr txBox="1"/>
          <p:nvPr/>
        </p:nvSpPr>
        <p:spPr>
          <a:xfrm>
            <a:off x="772259" y="1158787"/>
            <a:ext cx="6148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Module 3</a:t>
            </a:r>
            <a:r>
              <a:rPr lang="zh-CN" altLang="en-US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：屬性管理</a:t>
            </a:r>
            <a:endParaRPr lang="zh-TW" altLang="zh-HK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112078"/>
              </p:ext>
            </p:extLst>
          </p:nvPr>
        </p:nvGraphicFramePr>
        <p:xfrm>
          <a:off x="5562599" y="2776600"/>
          <a:ext cx="6069763" cy="26371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867109"/>
                <a:gridCol w="867109"/>
                <a:gridCol w="867109"/>
                <a:gridCol w="867109"/>
                <a:gridCol w="867109"/>
                <a:gridCol w="867109"/>
                <a:gridCol w="867109"/>
              </a:tblGrid>
              <a:tr h="52742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角色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對應人員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功能權限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查看屬性列表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新建屬性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編輯屬性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刪除屬性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導出屬性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數據智能團隊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業務人員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</a:t>
                      </a: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、運營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僅限本人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僅限本人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開發人員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608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627017" y="243404"/>
            <a:ext cx="6685234" cy="627017"/>
          </a:xfrm>
        </p:spPr>
        <p:txBody>
          <a:bodyPr wrap="square">
            <a:normAutofit/>
          </a:bodyPr>
          <a:lstStyle/>
          <a:p>
            <a:r>
              <a:rPr lang="zh-CN" altLang="en-US" sz="3600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埋點管理平台核心模塊</a:t>
            </a:r>
            <a:endParaRPr lang="zh-HK" alt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772258" y="1934835"/>
            <a:ext cx="57237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SPM </a:t>
            </a:r>
            <a:r>
              <a:rPr lang="zh-CN" altLang="zh-HK" sz="1400" u="sng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超级位置模型</a:t>
            </a:r>
            <a:r>
              <a:rPr lang="en-US" altLang="zh-HK" sz="1400" u="sng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</a:t>
            </a:r>
            <a:r>
              <a:rPr lang="en-US" altLang="zh-HK" sz="1400" u="sng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2"/>
              </a:rPr>
              <a:t>Super Position Model</a:t>
            </a:r>
            <a:r>
              <a:rPr lang="en-US" altLang="zh-HK" sz="1400" u="sng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)</a:t>
            </a:r>
            <a:endParaRPr lang="zh-TW" altLang="zh-HK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标准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HK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spm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编码由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4 </a:t>
            </a:r>
            <a:r>
              <a:rPr lang="zh-CN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段组成，采用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HK" sz="14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a.b.c.d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的格式，具体如下：</a:t>
            </a:r>
            <a:endParaRPr lang="zh-TW" altLang="zh-HK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站点</a:t>
            </a:r>
            <a:endParaRPr lang="zh-TW" altLang="zh-HK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离线包名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自動采集</a:t>
            </a:r>
            <a:endParaRPr lang="zh-TW" altLang="zh-HK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页面名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lang="zh-CN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自动采集</a:t>
            </a:r>
            <a:endParaRPr lang="zh-TW" altLang="zh-HK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</a:t>
            </a:r>
            <a:r>
              <a:rPr lang="zh-CN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控件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id</a:t>
            </a:r>
            <a:endParaRPr lang="zh-TW" altLang="zh-HK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 </a:t>
            </a:r>
            <a:endParaRPr lang="zh-TW" altLang="zh-HK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TW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其中：</a:t>
            </a:r>
          </a:p>
          <a:p>
            <a:r>
              <a:rPr lang="zh-TW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為區別站點，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TW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位中用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</a:t>
            </a:r>
            <a:r>
              <a:rPr lang="zh-TW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代表手機銀行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APP</a:t>
            </a:r>
            <a:r>
              <a:rPr lang="zh-TW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，用</a:t>
            </a:r>
            <a:r>
              <a:rPr lang="en-US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TW" altLang="zh-HK" sz="1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代表網銀，如有其他將逐步擴充</a:t>
            </a:r>
            <a:endParaRPr lang="zh-HK" altLang="en-US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772259" y="1158787"/>
            <a:ext cx="6148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Module 4</a:t>
            </a:r>
            <a:r>
              <a:rPr lang="zh-CN" altLang="en-US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</a:t>
            </a:r>
            <a:r>
              <a:rPr lang="en-US" altLang="zh-CN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SPM</a:t>
            </a:r>
            <a:r>
              <a:rPr lang="zh-CN" altLang="en-US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管理</a:t>
            </a:r>
            <a:endParaRPr lang="zh-TW" altLang="zh-HK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graphicFrame>
        <p:nvGraphicFramePr>
          <p:cNvPr id="16" name="表格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6832386"/>
              </p:ext>
            </p:extLst>
          </p:nvPr>
        </p:nvGraphicFramePr>
        <p:xfrm>
          <a:off x="6686550" y="2508693"/>
          <a:ext cx="5222976" cy="263714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543050"/>
                <a:gridCol w="1552575"/>
                <a:gridCol w="2127351"/>
              </a:tblGrid>
              <a:tr h="52742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角色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對應人員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功能權限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查看頁圖及</a:t>
                      </a:r>
                      <a:r>
                        <a:rPr lang="en-US" altLang="zh-CN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SPM</a:t>
                      </a:r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映射關係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數據智能團隊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業務人員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</a:t>
                      </a: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、運營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開發人員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62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1"/>
          <p:cNvSpPr>
            <a:spLocks noGrp="1"/>
          </p:cNvSpPr>
          <p:nvPr>
            <p:ph type="title"/>
          </p:nvPr>
        </p:nvSpPr>
        <p:spPr>
          <a:xfrm>
            <a:off x="627017" y="243404"/>
            <a:ext cx="6685234" cy="627017"/>
          </a:xfrm>
        </p:spPr>
        <p:txBody>
          <a:bodyPr wrap="square">
            <a:normAutofit/>
          </a:bodyPr>
          <a:lstStyle/>
          <a:p>
            <a:r>
              <a:rPr lang="zh-CN" altLang="en-US" sz="3600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埋點管理平台核心模塊</a:t>
            </a:r>
            <a:endParaRPr lang="zh-HK" altLang="en-US" sz="3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2" name="圖片 11"/>
          <p:cNvPicPr/>
          <p:nvPr/>
        </p:nvPicPr>
        <p:blipFill>
          <a:blip r:embed="rId2"/>
          <a:stretch>
            <a:fillRect/>
          </a:stretch>
        </p:blipFill>
        <p:spPr>
          <a:xfrm>
            <a:off x="772260" y="2066925"/>
            <a:ext cx="6539992" cy="3571875"/>
          </a:xfrm>
          <a:prstGeom prst="rect">
            <a:avLst/>
          </a:prstGeom>
        </p:spPr>
      </p:pic>
      <p:sp>
        <p:nvSpPr>
          <p:cNvPr id="15" name="文字方塊 14"/>
          <p:cNvSpPr txBox="1"/>
          <p:nvPr/>
        </p:nvSpPr>
        <p:spPr>
          <a:xfrm>
            <a:off x="772259" y="1158787"/>
            <a:ext cx="6148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Module 5</a:t>
            </a:r>
            <a:r>
              <a:rPr lang="zh-CN" altLang="en-US" sz="2000" b="1" dirty="0" smtClean="0">
                <a:latin typeface="Microsoft YaHei Light" panose="020B0502040204020203" pitchFamily="34" charset="-122"/>
                <a:ea typeface="Microsoft YaHei Light" panose="020B0502040204020203" pitchFamily="34" charset="-122"/>
              </a:rPr>
              <a:t>：代碼模板管理</a:t>
            </a:r>
            <a:endParaRPr lang="zh-TW" altLang="zh-HK" sz="2000" b="1" dirty="0">
              <a:latin typeface="Microsoft YaHei Light" panose="020B0502040204020203" pitchFamily="34" charset="-122"/>
              <a:ea typeface="Microsoft YaHei Light" panose="020B0502040204020203" pitchFamily="34" charset="-122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80031"/>
              </p:ext>
            </p:extLst>
          </p:nvPr>
        </p:nvGraphicFramePr>
        <p:xfrm>
          <a:off x="7610477" y="2638750"/>
          <a:ext cx="4229099" cy="281672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604157"/>
                <a:gridCol w="604157"/>
                <a:gridCol w="604157"/>
                <a:gridCol w="604157"/>
                <a:gridCol w="604157"/>
                <a:gridCol w="604157"/>
                <a:gridCol w="604157"/>
              </a:tblGrid>
              <a:tr h="527428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角色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對應人員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功能權限</a:t>
                      </a:r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zh-HK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HK" altLang="en-US" sz="12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mpd="sng">
                      <a:noFill/>
                    </a:lnT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 vMerge="1">
                  <a:txBody>
                    <a:bodyPr/>
                    <a:lstStyle/>
                    <a:p>
                      <a:endParaRPr lang="zh-HK" altLang="en-US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查看代碼模板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新建代碼模板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編輯代碼模板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刪除代碼模板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200" b="1" kern="1200" dirty="0" smtClean="0">
                          <a:solidFill>
                            <a:schemeClr val="lt1"/>
                          </a:solidFill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導出代碼模板</a:t>
                      </a:r>
                      <a:endParaRPr lang="zh-HK" altLang="en-US" sz="1200" b="1" kern="1200" dirty="0">
                        <a:solidFill>
                          <a:schemeClr val="lt1"/>
                        </a:solidFill>
                        <a:latin typeface="Microsoft YaHei" panose="020B0503020204020204" pitchFamily="34" charset="-122"/>
                        <a:ea typeface="Microsoft YaHei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rgbClr val="C00000">
                            <a:tint val="66000"/>
                            <a:satMod val="160000"/>
                          </a:srgbClr>
                        </a:gs>
                        <a:gs pos="50000">
                          <a:srgbClr val="C00000">
                            <a:tint val="44500"/>
                            <a:satMod val="160000"/>
                          </a:srgbClr>
                        </a:gs>
                        <a:gs pos="100000">
                          <a:srgbClr val="C00000">
                            <a:tint val="23500"/>
                            <a:satMod val="160000"/>
                          </a:srgb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管理員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數據智能團隊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業務人員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PO</a:t>
                      </a: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、運營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42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開發人員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IT</a:t>
                      </a:r>
                      <a:endParaRPr lang="zh-HK" altLang="en-US" sz="11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僅限本人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僅限本人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HK" altLang="en-US" sz="1100" dirty="0" smtClean="0"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sym typeface="Wingdings" panose="05000000000000000000" pitchFamily="2" charset="2"/>
                        </a:rPr>
                        <a:t></a:t>
                      </a:r>
                      <a:endParaRPr lang="zh-HK" altLang="en-US" sz="1100" dirty="0" smtClean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mpd="sng"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5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32382</TotalTime>
  <Words>592</Words>
  <Application>Microsoft Office PowerPoint</Application>
  <PresentationFormat>寬螢幕</PresentationFormat>
  <Paragraphs>195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6" baseType="lpstr">
      <vt:lpstr>Microsoft YaHei</vt:lpstr>
      <vt:lpstr>Microsoft YaHei Light</vt:lpstr>
      <vt:lpstr>宋体</vt:lpstr>
      <vt:lpstr>新細明體</vt:lpstr>
      <vt:lpstr>Arial</vt:lpstr>
      <vt:lpstr>Calibri</vt:lpstr>
      <vt:lpstr>Calibri Light</vt:lpstr>
      <vt:lpstr>Wingdings</vt:lpstr>
      <vt:lpstr>Office 佈景主題</vt:lpstr>
      <vt:lpstr>埋點管理平台模塊構成</vt:lpstr>
      <vt:lpstr>埋點管理平台核心模塊</vt:lpstr>
      <vt:lpstr>埋點管理平台核心模塊</vt:lpstr>
      <vt:lpstr>埋點管理平台核心模塊</vt:lpstr>
      <vt:lpstr>埋點管理平台核心模塊</vt:lpstr>
      <vt:lpstr>埋點管理平台核心模塊</vt:lpstr>
      <vt:lpstr>埋點管理平台核心模塊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Wang, Yu Xuan [DBD]</dc:creator>
  <cp:lastModifiedBy>Zhu, Vicky Q [DBD]</cp:lastModifiedBy>
  <cp:revision>103</cp:revision>
  <dcterms:created xsi:type="dcterms:W3CDTF">2023-09-14T06:33:45Z</dcterms:created>
  <dcterms:modified xsi:type="dcterms:W3CDTF">2026-04-08T08:05:31Z</dcterms:modified>
</cp:coreProperties>
</file>